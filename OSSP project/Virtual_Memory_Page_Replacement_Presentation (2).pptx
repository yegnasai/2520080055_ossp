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5A3FF"/>
                </a:solidFill>
              </a:defRPr>
            </a:pPr>
            <a:r>
              <a:t>VIRTUAL MEMORY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Page Replacement Visualizer</a:t>
            </a:r>
          </a:p>
          <a:p>
            <a:pPr>
              <a:spcBef>
                <a:spcPts val="1500"/>
              </a:spcBef>
              <a:defRPr sz="1900">
                <a:solidFill>
                  <a:srgbClr val="CCD5E5"/>
                </a:solidFill>
              </a:defRPr>
            </a:pPr>
            <a:r>
              <a:t>Batch 19 · Operating Systems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4846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D5E5"/>
                </a:solidFill>
              </a:defRPr>
            </a:pPr>
            <a:r>
              <a:t>Yegna Sai Reddy  •  Sonu  •  Suresh Babu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41"/>
                </a:solidFill>
              </a:defRPr>
            </a:pPr>
            <a: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A"/>
                </a:solidFill>
              </a:defRPr>
            </a:pPr>
            <a:r>
              <a:t>Why this project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RAM has a limited number of physical memory frames.</a:t>
            </a:r>
          </a:p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A page fault occurs when a requested page is absent from memory.</a:t>
            </a:r>
          </a:p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When memory is full, the operating system must choose a page to replace.</a:t>
            </a:r>
          </a:p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The visualizer makes replacement steps easier to observe.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41"/>
                </a:solidFill>
              </a:defRPr>
            </a:pPr>
            <a:r>
              <a:t>Objectives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A"/>
                </a:solidFill>
              </a:defRPr>
            </a:pPr>
            <a:r>
              <a:t>What makes the project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Implement FIFO, LRU, and Optimal.</a:t>
            </a:r>
          </a:p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Show each frame after every page request.</a:t>
            </a:r>
          </a:p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Calculate page hits, faults, hit ratio, and fault ratio.</a:t>
            </a:r>
          </a:p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Compare algorithms using identical input.</a:t>
            </a:r>
          </a:p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Use a browser interface with no database or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41"/>
                </a:solidFill>
              </a:defRPr>
            </a:pPr>
            <a:r>
              <a:t>Architecture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A"/>
                </a:solidFill>
              </a:defRPr>
            </a:pPr>
            <a:r>
              <a:t>Input → React UI → Algorithm logic →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Input: page-reference string and frame count.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Frontend: React components and CSS.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Processing: JavaScript algorithm functions.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Output: frame timeline, step table, and comparison cards.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Tools: VS Code, Node.js, npm, GitHub; optional Vercel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41"/>
                </a:solidFill>
              </a:defRPr>
            </a:pPr>
            <a:r>
              <a:t>Page Replacement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A"/>
                </a:solidFill>
              </a:defRPr>
            </a:pPr>
            <a:r>
              <a:t>Core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FIFO: replace the page that entered memory earliest.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LRU: replace the page whose last use is oldest.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Optimal: replace the page whose next use is farthest away.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Optimal is a theoretical benchmark because future requests are not normally known.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41"/>
                </a:solidFill>
              </a:defRPr>
            </a:pPr>
            <a:r>
              <a:t>Implementation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A"/>
                </a:solidFill>
              </a:defRPr>
            </a:pPr>
            <a:r>
              <a:t>Live demo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Enter 7, 0, 1, 2, 0, 3, 0, 4, 2, 3, 0, 3, 2.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Set frames to 3 and choose an algorithm.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Run the simulation and follow each frame column.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Explain HIT / FAULT status and replacement values.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Insert screenshots from your running website.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41"/>
                </a:solidFill>
              </a:defRPr>
            </a:pPr>
            <a:r>
              <a:t>Testing &amp; Sample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A"/>
                </a:solidFill>
              </a:defRPr>
            </a:pPr>
            <a:r>
              <a:t>Verify these results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Reference string: 7, 0, 1, 2, 0, 3, 0, 4, 2, 3, 0, 3, 2; frames: 3.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FIFO: 3 hits, 10 faults.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LRU: 4 hits, 9 faults.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Optimal: 6 hits, 7 faults.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Test repeated pages, invalid input, and different frame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41"/>
                </a:solidFill>
              </a:defRPr>
            </a:pPr>
            <a:r>
              <a:t>Educational /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A"/>
                </a:solidFill>
              </a:defRPr>
            </a:pPr>
            <a:r>
              <a:t>Value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Helps students understand page replacement visually.</a:t>
            </a:r>
          </a:p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Useful for OS lab demonstrations and revision.</a:t>
            </a:r>
          </a:p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Reduces manual frame-by-frame calculation.</a:t>
            </a:r>
          </a:p>
          <a:p>
            <a:pPr>
              <a:spcAft>
                <a:spcPts val="1500"/>
              </a:spcAft>
              <a:defRPr sz="2100">
                <a:solidFill>
                  <a:srgbClr val="364156"/>
                </a:solidFill>
              </a:defRPr>
            </a:pPr>
            <a:r>
              <a:t>Can be extended with additional algorithms and exportable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41"/>
                </a:solidFill>
              </a:defRPr>
            </a:pPr>
            <a:r>
              <a:t>Team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A"/>
                </a:solidFill>
              </a:defRPr>
            </a:pPr>
            <a:r>
              <a:t>Batch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Yegna Sai Reddy: frontend and visualization (suggested role).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Sonu: algorithm logic and verification (suggested role).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Suresh Babu: testing, documentation, and repository integration (suggested role).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Update to reflect actual contributions.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41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Demonstrates FIFO, LRU, and Optimal algorithms.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Visualizes frame states and performance statistics.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Future scope: Clock, Second-Chance, animation controls, and CSV export.</a:t>
            </a:r>
          </a:p>
          <a:p>
            <a:pPr>
              <a:spcAft>
                <a:spcPts val="1500"/>
              </a:spcAft>
              <a:defRPr sz="2000">
                <a:solidFill>
                  <a:srgbClr val="364156"/>
                </a:solidFill>
              </a:defRPr>
            </a:pPr>
            <a:r>
              <a:t>Add actual GitHub and deployed website URLs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