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IN" sz="2800" b="1" dirty="0"/>
              <a:t>Linux File Descriptor and File I/O Management System</a:t>
            </a:r>
            <a:endParaRPr lang="en-US" sz="2800" b="1" dirty="0">
              <a:solidFill>
                <a:srgbClr val="C00000"/>
              </a:solidFill>
              <a:latin typeface="+mn-lt"/>
            </a:endParaRP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r>
              <a:rPr lang="en-US" dirty="0" err="1">
                <a:solidFill>
                  <a:srgbClr val="002060"/>
                </a:solidFill>
              </a:rPr>
              <a:t>Yegna</a:t>
            </a:r>
            <a:r>
              <a:rPr lang="en-US" dirty="0">
                <a:solidFill>
                  <a:srgbClr val="002060"/>
                </a:solidFill>
              </a:rPr>
              <a:t> Sai Reddy – 2520080055</a:t>
            </a:r>
          </a:p>
          <a:p>
            <a:r>
              <a:rPr lang="en-US" dirty="0">
                <a:solidFill>
                  <a:srgbClr val="002060"/>
                </a:solidFill>
              </a:rPr>
              <a:t>Suresh Babu – 2520090036</a:t>
            </a:r>
          </a:p>
          <a:p>
            <a:r>
              <a:rPr lang="en-US" dirty="0">
                <a:solidFill>
                  <a:srgbClr val="002060"/>
                </a:solidFill>
              </a:rPr>
              <a:t>P. Sonu - 2520090204</a:t>
            </a: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9/2/2026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762709" y="209238"/>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r>
              <a:rPr lang="en-US" dirty="0"/>
              <a:t>9/2/2026</a:t>
            </a:r>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15" name="TextBox 14">
            <a:extLst>
              <a:ext uri="{FF2B5EF4-FFF2-40B4-BE49-F238E27FC236}">
                <a16:creationId xmlns:a16="http://schemas.microsoft.com/office/drawing/2014/main" id="{985A57A7-AE91-401C-E173-BA3129F17D46}"/>
              </a:ext>
            </a:extLst>
          </p:cNvPr>
          <p:cNvSpPr txBox="1"/>
          <p:nvPr/>
        </p:nvSpPr>
        <p:spPr>
          <a:xfrm>
            <a:off x="961054" y="1324947"/>
            <a:ext cx="10636897" cy="3785652"/>
          </a:xfrm>
          <a:prstGeom prst="rect">
            <a:avLst/>
          </a:prstGeom>
          <a:noFill/>
        </p:spPr>
        <p:txBody>
          <a:bodyPr wrap="square">
            <a:spAutoFit/>
          </a:bodyPr>
          <a:lstStyle/>
          <a:p>
            <a:r>
              <a:rPr lang="en-IN" sz="2000" dirty="0"/>
              <a:t>The Linux File Descriptor and File I/O Management System is a Linux-based system programming project designed to demonstrate how files are created, opened, read, written, and closed using Linux system calls. The project provides a simple interface for performing basic file operations and understanding how file descriptors are used by the operating system to manage open files. It uses system calls such as open(), read(), write(), </a:t>
            </a:r>
            <a:r>
              <a:rPr lang="en-IN" sz="2000" dirty="0" err="1"/>
              <a:t>lseek</a:t>
            </a:r>
            <a:r>
              <a:rPr lang="en-IN" sz="2000" dirty="0"/>
              <a:t>(), and close() to perform file input and output operations. The system will allow users to create or open a file, display its contents, add new data, overwrite existing data, and close the file safely. It will also display important information such as the file descriptor returned by the operating system. The project demonstrates important Operating Systems and System Programming concepts, including file descriptors, file handling, system calls, kernel-level file management, and standard input/output. The expected outcome is a simple and user-friendly Linux application that clearly demonstrates how Linux manages files and file descriptors.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9/2/2026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7" name="TextBox 6">
            <a:extLst>
              <a:ext uri="{FF2B5EF4-FFF2-40B4-BE49-F238E27FC236}">
                <a16:creationId xmlns:a16="http://schemas.microsoft.com/office/drawing/2014/main" id="{5C76D9F8-9AB6-B1BA-7DD1-6A497E4251E7}"/>
              </a:ext>
            </a:extLst>
          </p:cNvPr>
          <p:cNvSpPr txBox="1"/>
          <p:nvPr/>
        </p:nvSpPr>
        <p:spPr>
          <a:xfrm>
            <a:off x="1250302" y="1390260"/>
            <a:ext cx="10273003" cy="3785652"/>
          </a:xfrm>
          <a:prstGeom prst="rect">
            <a:avLst/>
          </a:prstGeom>
          <a:noFill/>
        </p:spPr>
        <p:txBody>
          <a:bodyPr wrap="square">
            <a:spAutoFit/>
          </a:bodyPr>
          <a:lstStyle/>
          <a:p>
            <a:pPr>
              <a:spcAft>
                <a:spcPts val="800"/>
              </a:spcAft>
              <a:defRPr sz="2000"/>
            </a:pPr>
            <a:r>
              <a:rPr lang="en-US" sz="2000" dirty="0"/>
              <a:t>Linux provides system calls that allow applications to communicate with the operating system for file and I/O operations.</a:t>
            </a:r>
          </a:p>
          <a:p>
            <a:pPr>
              <a:spcAft>
                <a:spcPts val="800"/>
              </a:spcAft>
              <a:defRPr sz="2000"/>
            </a:pPr>
            <a:r>
              <a:rPr lang="en-US" sz="2000" dirty="0"/>
              <a:t>A file descriptor is a non-negative integer assigned by Linux when a process opens a file or another I/O resource.</a:t>
            </a:r>
          </a:p>
          <a:p>
            <a:pPr>
              <a:spcAft>
                <a:spcPts val="800"/>
              </a:spcAft>
              <a:defRPr sz="2000"/>
            </a:pPr>
            <a:r>
              <a:rPr lang="en-US" sz="2000" dirty="0"/>
              <a:t>Common file descriptors:</a:t>
            </a:r>
          </a:p>
          <a:p>
            <a:pPr>
              <a:spcAft>
                <a:spcPts val="800"/>
              </a:spcAft>
              <a:defRPr sz="2000"/>
            </a:pPr>
            <a:r>
              <a:rPr lang="en-US" sz="2000" dirty="0"/>
              <a:t>• 0 – Standard Input (stdin)</a:t>
            </a:r>
          </a:p>
          <a:p>
            <a:pPr>
              <a:spcAft>
                <a:spcPts val="800"/>
              </a:spcAft>
              <a:defRPr sz="2000"/>
            </a:pPr>
            <a:r>
              <a:rPr lang="en-US" sz="2000" dirty="0"/>
              <a:t>• 1 – Standard Output (</a:t>
            </a:r>
            <a:r>
              <a:rPr lang="en-US" sz="2000" dirty="0" err="1"/>
              <a:t>stdout</a:t>
            </a:r>
            <a:r>
              <a:rPr lang="en-US" sz="2000" dirty="0"/>
              <a:t>)</a:t>
            </a:r>
          </a:p>
          <a:p>
            <a:pPr>
              <a:spcAft>
                <a:spcPts val="800"/>
              </a:spcAft>
              <a:defRPr sz="2000"/>
            </a:pPr>
            <a:r>
              <a:rPr lang="en-US" sz="2000" dirty="0"/>
              <a:t>• 2 – Standard Error (stderr)</a:t>
            </a:r>
          </a:p>
          <a:p>
            <a:pPr>
              <a:spcAft>
                <a:spcPts val="800"/>
              </a:spcAft>
              <a:defRPr sz="2000"/>
            </a:pPr>
            <a:r>
              <a:rPr lang="en-US" sz="2000" dirty="0"/>
              <a:t>Major operations: creating/opening files, reading, writing, changing file offset with </a:t>
            </a:r>
            <a:r>
              <a:rPr lang="en-US" sz="2000" dirty="0" err="1"/>
              <a:t>lseek</a:t>
            </a:r>
            <a:r>
              <a:rPr lang="en-US" sz="2000" dirty="0"/>
              <a:t>(), closing files, and handling errors.</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1222310" y="1054359"/>
            <a:ext cx="10131490" cy="4497355"/>
          </a:xfrm>
          <a:prstGeom prst="rect">
            <a:avLst/>
          </a:prstGeom>
          <a:noFill/>
        </p:spPr>
        <p:txBody>
          <a:bodyPr wrap="square" rtlCol="0">
            <a:noAutofit/>
          </a:bodyPr>
          <a:lstStyle/>
          <a:p>
            <a:r>
              <a:rPr lang="en-US" altLang="en-US" sz="2500" b="1" dirty="0"/>
              <a:t>List the Requirements in table format</a:t>
            </a:r>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9/2/2026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pic>
        <p:nvPicPr>
          <p:cNvPr id="8" name="Picture 7">
            <a:extLst>
              <a:ext uri="{FF2B5EF4-FFF2-40B4-BE49-F238E27FC236}">
                <a16:creationId xmlns:a16="http://schemas.microsoft.com/office/drawing/2014/main" id="{279439B0-F8E8-F8A4-846F-D97897E7925A}"/>
              </a:ext>
            </a:extLst>
          </p:cNvPr>
          <p:cNvPicPr>
            <a:picLocks noChangeAspect="1"/>
          </p:cNvPicPr>
          <p:nvPr/>
        </p:nvPicPr>
        <p:blipFill>
          <a:blip r:embed="rId2"/>
          <a:stretch>
            <a:fillRect/>
          </a:stretch>
        </p:blipFill>
        <p:spPr>
          <a:xfrm>
            <a:off x="1380931" y="1555842"/>
            <a:ext cx="9116007" cy="47236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pic>
        <p:nvPicPr>
          <p:cNvPr id="8" name="Picture 7">
            <a:extLst>
              <a:ext uri="{FF2B5EF4-FFF2-40B4-BE49-F238E27FC236}">
                <a16:creationId xmlns:a16="http://schemas.microsoft.com/office/drawing/2014/main" id="{EE24880C-EB7A-75F8-E5A4-2FB3B222CD5C}"/>
              </a:ext>
            </a:extLst>
          </p:cNvPr>
          <p:cNvPicPr>
            <a:picLocks noChangeAspect="1"/>
          </p:cNvPicPr>
          <p:nvPr/>
        </p:nvPicPr>
        <p:blipFill>
          <a:blip r:embed="rId2"/>
          <a:stretch>
            <a:fillRect/>
          </a:stretch>
        </p:blipFill>
        <p:spPr>
          <a:xfrm>
            <a:off x="2211355" y="262038"/>
            <a:ext cx="8864082" cy="60943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9/2/2026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OSSPppt</Template>
  <TotalTime>13</TotalTime>
  <Words>379</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       Operating system and system programming (25CS2104E)  Linux File Descriptor and File I/O Management System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sonu9392327540@gmail.com</dc:creator>
  <cp:lastModifiedBy>sonu9392327540@gmail.com</cp:lastModifiedBy>
  <cp:revision>1</cp:revision>
  <dcterms:created xsi:type="dcterms:W3CDTF">2026-09-02T03:32:51Z</dcterms:created>
  <dcterms:modified xsi:type="dcterms:W3CDTF">2026-09-02T03:46:27Z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